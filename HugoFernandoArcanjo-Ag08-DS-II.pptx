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maticSC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281caff65b972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281caff65b972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acd724d98356c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acd724d98356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acd724d98356c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6acd724d98356c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6acd724d98356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6acd724d98356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6acd724d98356c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6acd724d98356c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acd724d98356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6acd724d98356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6acd724d98356c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6acd724d98356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6acd724d98356c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6acd724d98356c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CRUD com Login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Desenvolvimento de Sistemas 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Screenshot 2026-09-28 0701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900" y="315453"/>
            <a:ext cx="9143998" cy="463874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Sistema de Login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Mais segurança.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Apenas pessoas autorizadas.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Maior controle de acesso.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Screenshot 2026-09-28 0702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6141"/>
            <a:ext cx="9144001" cy="46172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Validação de dados de Login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Acesso apenas para usuários cadastrados.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Formulário de login.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Dados são verificados no banco de dados.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Verificação bem sucedida</a:t>
            </a:r>
            <a:endParaRPr/>
          </a:p>
        </p:txBody>
      </p:sp>
      <p:pic>
        <p:nvPicPr>
          <p:cNvPr id="77" name="Google Shape;77;p16" title="Screenshot 2026-09-28 0702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225" y="3228612"/>
            <a:ext cx="9144001" cy="47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Usuário cadastrado tem acesso.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Apenas se fizer login correto.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 usuário é responsável pelo seu login.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É importante implementar sistema de recuperação de dados de login ou informar o procedimento em caso de perda de credencial.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Screenshot 2026-09-28 0702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83833"/>
            <a:ext cx="9143999" cy="47413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Acesso ao Sistema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Usuário logado tem acesso ao sistema.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Sessão do usuário salva o estado.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É possível proteger o sistema via url.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Usuário pode fazer logout.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Screenshot 2026-09-28 0702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23571"/>
            <a:ext cx="9143998" cy="461490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Sistema protegido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Sistema ganha mais uma camada de proteção.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Usuário ganha acesso ao que tem permissão.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creenshot 2026-09-28 0704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075" y="207813"/>
            <a:ext cx="9143998" cy="46196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Dados de login errado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Caso o usuário erre seus dados.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Ele pode esquecer.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Isso pode ser um problema.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 sistema de login aceita.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verificação do login não…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 sistema Bloqueia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 usuário fica do lado de fora se o sistema de login não validar sua entrada no sistema.</a:t>
            </a:r>
            <a:endParaRPr/>
          </a:p>
        </p:txBody>
      </p:sp>
      <p:pic>
        <p:nvPicPr>
          <p:cNvPr id="106" name="Google Shape;106;p20" title="Screenshot 2026-09-28 0704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350" y="2240399"/>
            <a:ext cx="9144000" cy="4614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creenshot 2026-09-28 0705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63"/>
            <a:ext cx="9143999" cy="472702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Dificuldade de burlar sistema via URL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Se o usuário tentar acessar via url o sistema também bloqueia o usuário devido a verificação do login.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